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📚 Gestión de Recursos Educativos Digitales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Unidad 1: Evaluación y uso de recursos digitales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🎯 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Comprender cómo usar y evaluar recursos digitales en la enseñanza.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Ejemplo: usar un video para explicar un tema difícil.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🧩 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🔹 Qué son los RED</a:t>
            </a:r>
          </a:p>
          <a:p>
            <a:pPr>
              <a:defRPr sz="2000"/>
            </a:pPr>
            <a:r>
              <a:t>🔹 Cómo evaluarlos</a:t>
            </a:r>
          </a:p>
          <a:p>
            <a:pPr>
              <a:defRPr sz="2000"/>
            </a:pPr>
            <a:r>
              <a:t>🔹 Estudio de casos</a:t>
            </a:r>
          </a:p>
          <a:p>
            <a:pPr>
              <a:defRPr sz="2000"/>
            </a:pPr>
            <a:r>
              <a:t>🔹 Planificación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💻 ¿Qué son los RED?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Herramientas digitales para enseñar.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📱 Ejemplo: videos, apps, plataformas educativas.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🌍 Importancia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 Acceso global</a:t>
            </a:r>
          </a:p>
          <a:p>
            <a:pPr>
              <a:defRPr sz="2000"/>
            </a:pPr>
            <a:r>
              <a:t>✔ Clases dinámicas</a:t>
            </a:r>
          </a:p>
          <a:p>
            <a:pPr>
              <a:defRPr sz="2000"/>
            </a:pPr>
            <a:r>
              <a:t>✔ Participación activa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Ejemplo: Kahoot en clase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📡 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Permiten interacción y aprendizaje colaborativo.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💬 Ejemplo: Google Classroom o WhatsApp educativo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📊 Evaluación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Ver si el recurso realmente ayuda a aprender.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Ejemplo: estudiantes entienden el video o 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✅ Criterios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 Claridad</a:t>
            </a:r>
          </a:p>
          <a:p>
            <a:pPr>
              <a:defRPr sz="2000"/>
            </a:pPr>
            <a:r>
              <a:t>✔ Motivación</a:t>
            </a:r>
          </a:p>
          <a:p>
            <a:pPr>
              <a:defRPr sz="2000"/>
            </a:pPr>
            <a:r>
              <a:t>✔ Adecuación</a:t>
            </a:r>
          </a:p>
          <a:p>
            <a:pPr>
              <a:defRPr sz="2000"/>
            </a:pPr>
            <a:r>
              <a:t>✔ Objetivo educativo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📖 Estudio de casos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Analizar contexto antes de usar recursos.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Ejemplo: acceso a internet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⚙ Factores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👦 Edad</a:t>
            </a:r>
          </a:p>
          <a:p>
            <a:pPr>
              <a:defRPr sz="2000"/>
            </a:pPr>
            <a:r>
              <a:t>🌎 Contexto</a:t>
            </a:r>
          </a:p>
          <a:p>
            <a:pPr>
              <a:defRPr sz="2000"/>
            </a:pPr>
            <a:r>
              <a:t>📶 Tecnología</a:t>
            </a:r>
          </a:p>
          <a:p>
            <a:pPr>
              <a:defRPr sz="2000"/>
            </a:pPr>
            <a:r>
              <a:t>🎯 Objetivos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🗂 Planificación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Organizar el uso de recursos en la clase.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Ejemplo: cuándo usar video o actividad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📈 TIC en planificación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Evaluar resultados</a:t>
            </a:r>
          </a:p>
          <a:p>
            <a:pPr>
              <a:defRPr sz="2000"/>
            </a:pPr>
            <a:r>
              <a:t>🔄 Mejorar procesos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Ejemplo: Google 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🎥 Aplicación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Videos, foros, redes sociales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Ejemplo: debates en foros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✨ 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La tecnología apoya al docente.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👩‍🏫 Clave: usarla con estrategia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