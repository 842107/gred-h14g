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Gestión de Recursos Educativos Digitales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Unidad 1: Evaluación y uso de recursos educativos digitales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de la Unidad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Analizar, evaluar e implementar recursos educativos digitales (RED) en el ámbito educativo.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Temas Principales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Aproximación a los RED</a:t>
            </a:r>
          </a:p>
          <a:p>
            <a:r>
              <a:t>• Mecanismos de evaluación</a:t>
            </a:r>
          </a:p>
          <a:p>
            <a:r>
              <a:t>• Estudio de casos</a:t>
            </a:r>
          </a:p>
          <a:p>
            <a:r>
              <a:t>• Planificación estratégica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son los RED?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Recursos digitales diseñados para transmitir conocimiento, desarrollar pensamiento y facilitar el aprendizaje.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Importancia de los 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Acceso global a la información</a:t>
            </a:r>
          </a:p>
          <a:p>
            <a:r>
              <a:t>• Interacción activa</a:t>
            </a:r>
          </a:p>
          <a:p>
            <a:r>
              <a:t>• Desarrollo de competencias</a:t>
            </a:r>
          </a:p>
          <a:p>
            <a:r>
              <a:t>• Transformación educativa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Impacto de las 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Permiten acceso masivo a la información, interacción constante y aprendizaje colaborativo.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Evaluación de los 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Debe centrarse en:</a:t>
            </a:r>
          </a:p>
          <a:p>
            <a:r>
              <a:t>• Comprensión del mensaje</a:t>
            </a:r>
          </a:p>
          <a:p>
            <a:r>
              <a:t>• Generación de pensamiento crítico</a:t>
            </a:r>
          </a:p>
          <a:p>
            <a:r>
              <a:t>• Motivación al aprendizaje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Criterios de Evaluación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Claridad del contenido</a:t>
            </a:r>
          </a:p>
          <a:p>
            <a:r>
              <a:t>• Estímulo a la reflexión</a:t>
            </a:r>
          </a:p>
          <a:p>
            <a:r>
              <a:t>• Adecuación al estudiante</a:t>
            </a:r>
          </a:p>
          <a:p>
            <a:r>
              <a:t>• Cumplimiento del objetivo educativo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Estudio de Casos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Permite adaptar los recursos según:</a:t>
            </a:r>
          </a:p>
          <a:p>
            <a:r>
              <a:t>• Área del conocimiento</a:t>
            </a:r>
          </a:p>
          <a:p>
            <a:r>
              <a:t>• Contexto social y cultural</a:t>
            </a:r>
          </a:p>
          <a:p>
            <a:r>
              <a:t>• Necesidades del estudiante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Factores a Considerar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Edad y contexto</a:t>
            </a:r>
          </a:p>
          <a:p>
            <a:r>
              <a:t>• Acceso a tecnología</a:t>
            </a:r>
          </a:p>
          <a:p>
            <a:r>
              <a:t>• Recursos disponibles</a:t>
            </a:r>
          </a:p>
          <a:p>
            <a:r>
              <a:t>• Objetivos de aprendizaje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Planificación Estratégica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Organiza la implementación de RED considerando población, objetivos y recursos disponibles.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Uso de las TIC en la Planificación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Recolección de datos</a:t>
            </a:r>
          </a:p>
          <a:p>
            <a:r>
              <a:t>• Evaluación de resultados</a:t>
            </a:r>
          </a:p>
          <a:p>
            <a:r>
              <a:t>• Comparación de contextos</a:t>
            </a:r>
          </a:p>
          <a:p>
            <a:r>
              <a:t>• Mejora continua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Aplicación Educativa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Uso de videos, foros, redes sociales, simulaciones e infografías para fortalecer el aprendizaje.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Los RED y las TIC son herramientas clave para transformar la educación y desarrollar competencias en los estudiantes.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